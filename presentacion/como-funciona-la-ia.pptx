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preguntando al público: ¿qué creen que hace la IA cuando le escriben?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ENTENDERLA Y PODER EXPLICARLA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funciona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IA que contesta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434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tecnicismos, pero sin mentiras piadosas. Al terminar vas a poder explicarle a alguien más qué es, qué no es, y por qué falla cuando falla.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TRES MITOS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Empecemos por lo que NO 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equivocadas que hacen que la gente la use mal.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60320"/>
            <a:ext cx="402336" cy="402336"/>
          </a:xfrm>
          <a:prstGeom prst="ellipse">
            <a:avLst/>
          </a:prstGeom>
          <a:solidFill>
            <a:srgbClr val="E862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es una persona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31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entiende como tú. No tiene intenciones, ni ganas, ni opinión propia. Parece que sí porque escribe como nosotros.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2402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560320"/>
            <a:ext cx="402336" cy="402336"/>
          </a:xfrm>
          <a:prstGeom prst="ellipse">
            <a:avLst/>
          </a:prstGeom>
          <a:solidFill>
            <a:srgbClr val="E862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es un buscador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931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 a internet a consultar cada vez que le preguntas. Contesta con lo que quedó en ella, y eso tiene fecha.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560320"/>
            <a:ext cx="402336" cy="402336"/>
          </a:xfrm>
          <a:prstGeom prst="ellipse">
            <a:avLst/>
          </a:prstGeom>
          <a:solidFill>
            <a:srgbClr val="E862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es una base de datos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931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 tus datos ni los de nadie en una tabla que pueda consultar. No hay dónde ir a buscar el dato exacto.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problemas con la IA vienen de esperar que sea una de estas tres cosas.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IDEA CENTRAL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 que sí es: adivina lo que sigue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máquina entrenada para continuar un texto. Nada más. Y nada menos.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286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cielo está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2286000"/>
            <a:ext cx="54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83480" y="260604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60604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nublado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81160" y="260604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8DE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cayendo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977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 la más probable, la escribe, y vuelve a empezar con la palabra nueva ya incluida. Así, una por una, hasta armar el párrafo completo.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85800" y="47548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AEFFE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7548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—que conteste preguntas, que traduzca, que resuma— sale de esa sola habilidad, hecha muy muy bien.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ENTRENAMIENTO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aprendió a hacer eso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le escribió reglas de gramática ni le cargó una enciclopedia.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Leyó muchísimo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286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de texto que una persona no alcanzaría a leer en miles de vidas: libros, artículos, conversaciones, código.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584448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85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5844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Jugó a adivinar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58444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tapaba la palabra siguiente y tenía que adivinarla. Millones de millones de veces. Cada error la corregía un poquito.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882896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084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88289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enseñaron modales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4882896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Después, personas le mostraron qué respuestas eran útiles y cuáles no. De ahí sale que conteste en vez de solo continuar el texto.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tanto adivinar la palabra siguiente, terminó aprendiendo cómo funciona el mundo del que habla ese texto.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FALLA MÁS FAMOSA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qué inventa cosas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las inventa con el mismo tono seguro con que dice las verdades.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62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PASA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718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trabajo es continuar el texto de forma convincente — no decir la verdad. Cuando no tiene el dato, no se queda callada: escribe lo que MÁS SE PARECE a un dato correcto.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plausible. Una cifra redonda. Una fecha creíble.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HACE AL RESPECTO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718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Darle los datos buenos junto con la pregunta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Decirle por escrito qué NO tiene permitido afirmar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Dejarle claro que puede decir "no sé"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revisar lo que importa antes de publicarlo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86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que mienta: es que no distingue entre saber y sonar bien. Esa distinción se la tienes que poner tú.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VE EL TEXTO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lee letras: lee pedazos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explica varias de sus fallas más raras, las que parecen tontas.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leer, el texto se parte en pedacitos. A veces un pedazo es una palabra entera, a veces solo un trozo: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197864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88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788920"/>
            <a:ext cx="1197864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788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788920"/>
            <a:ext cx="1197864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2788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1197864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788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2788920"/>
            <a:ext cx="905256" cy="457200"/>
          </a:xfrm>
          <a:prstGeom prst="roundRect">
            <a:avLst>
              <a:gd name="adj" fmla="val 14000"/>
            </a:avLst>
          </a:prstGeom>
          <a:solidFill>
            <a:srgbClr val="EAEFFE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278892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nunca vio la palabra completa: vio esos cinco pedazos.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Contar letras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Pídele cuántas erres tiene una palabra y se equivoca: no está viendo letras.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977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Deletrear al revés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Igual. Está trabajando con pedazos, no con el abecedario.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977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Matemáticas largas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calcula: predice cómo se ve un resultado. Por eso conviene darle calculadora.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falla en algo que a un niño le sale fácil, casi siempre es por esto.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 MÁS IMPORTANTE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tiene memoria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que más cuesta creer, y la que más cambia cómo la usas.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232742"/>
          </a:solidFill>
          <a:ln w="12700">
            <a:solidFill>
              <a:srgbClr val="3D44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PARECE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632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acuerda de lo que le dijiste hace rato, porque lo menciona sin que se lo repitas.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232742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PASA DE VERDAD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0632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contesta, se le vuelve a mandar TODA la conversación desde el principio. Lee todo otra vez, contesta, y olvida todo.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recuerda es el programa que la usa, no ella.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669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empleado brillante con amnesia total: cada mañana le entregas el expediente completo, resuelve, y al día siguiente no te conoce.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CONTEXTO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Todo lo que cabe en la mesa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eso que se le manda cada vez se le llama contexto. Tiene un límite.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es, cómo debe hablar, qué no puede decir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sabe del negocio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3154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pedazos de tus documentos que hacen falta hoy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4023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han dicho hasta ahora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EAF5EE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fin, tu pregunta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4892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la parte más chica de todo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23960" y="22860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DF0EC"/>
          </a:solidFill>
          <a:ln w="12700">
            <a:solidFill>
              <a:srgbClr val="E86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LÍMITE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971800"/>
            <a:ext cx="2011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mesa tiene tamaño. Cuando ya no cabe, lo más viejo se cae.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una conversación larguísima empieza a olvidar el principio.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quieras que tome en cuenta tiene que estar en esa mesa. Lo que no está, para ella no existe.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COSTO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eso cada mensaje cuesta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paga por tiempo ni por usuario: se paga por texto.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 que entra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0896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le manda: instrucciones, documentos y la conversación entera. Suele ser mucho más de lo que la persona escribió.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560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 que sale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10896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respuesta. Es la parte chica, pero se cobra más caro por pedazo.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EAEFFE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800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mientras más larga la conversación, más caro cada mensaje siguiente — porque se vuelve a mandar todo. Un buen sistema recorta lo que ya no sirve.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AZAR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qué no contesta igual dos veces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pregunta, dos respuestas distintas. No está fallando.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escoge la palabra siguiente, no siempre toma la más probable. A veces toma la segunda o la tercera, a propósito.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Sin variación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 más probable. Repetitiva, pero predecible.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70916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8B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datos y cifras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971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 variación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 entre las buenas. Suena natural y no se repite.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470916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conversar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971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6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Mucha variación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atreve más. Creativa, y también más propensa a irse por las ramas.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470916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862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ideas sueltas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ajusta. Un bot que da precios se configura distinto de uno que escribe publicaciones.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SEGUNDA PARTE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se le hace útil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para un negocio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aquí es una máquina de texto muy capaz que no sabe nada de ti. Esto es lo que la convierte en algo que trabaja.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HACER QUE SEPA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Tres formas de que sepa lo tuyo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parecen, pero cuestan y sirven para cosas muy distintas.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Decírselo cada vez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mandas las reglas y los datos junto con la pregunta.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Barato y rápido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Cambiarlo es editar un texto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Pero ocupa lugar en la mesa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 lo busque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175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 tus documentos aparte, y en cada pregunta se buscan solo los pedazos que hacen falta.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Aguanta mucha información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actualiza sin tocar nada más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 lo que usa casi todo el mundo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2860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86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Reentrenarla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0175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enseñas con miles de ejemplos hasta cambiarle el comportamiento de fondo.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Caro y lento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re-hace con cada cambio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Casi nunca hace falta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la gente cree que necesita reentrenar se resuelve con las dos primeras.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LAS HERRAMIENTAS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hablar a hacer: las herramientas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solo escribe. Con herramientas, actúa.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da una lista de cosas que puede pedir —buscar un dato, guardar un registro, mandar un aviso— y ella decide cuándo usarlas. No las ejecuta: las pide, y el programa las ejecuta por ella.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Lee la petición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7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"Apúntame para el martes"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3108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Escoge la herramienta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4297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agendar(fecha)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3108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programa la ejecuta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4297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le devuelve el resultado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3108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Contesta con eso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4297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"Listo, quedó el martes"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EAEFFE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salto grande de los últimos años: de un chat que informa, a algo que hace cosas por ti.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LÍMITES REALES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 qué es buena y en qué no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esto de antemano ahorra la mayoría de las decepciones.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BUENA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71800"/>
            <a:ext cx="4434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Escribir, resumir y traducir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 sin cansarse ni perder el tono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lo que importa en un montón de texto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un mismo procedimiento sin desviarse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disponible siempre, a la misma velocidad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862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71800"/>
            <a:ext cx="4434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exactos que no le diste (los inventa)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largas sin calculadora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pasó ayer, si nadie se lo contó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"no sé" cuando no se lo enseñaron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donde alguien sale perjudicado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corta: es excelente con el lenguaje, y hay que desconfiar de ella con los hechos.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5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LÍMITE QUE NO SE QUITA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qué siempre hay una persona detrás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desconfianza: por cómo está hecha.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596896"/>
            <a:ext cx="384048" cy="384048"/>
          </a:xfrm>
          <a:prstGeom prst="ellipse">
            <a:avLst/>
          </a:prstGeom>
          <a:solidFill>
            <a:srgbClr val="171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8600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 equivoca con el mismo tono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28600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acierta y cuando inventa suena idéntica. No hay señal de alarma en su voz.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493008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803904"/>
            <a:ext cx="384048" cy="384048"/>
          </a:xfrm>
          <a:prstGeom prst="ellipse">
            <a:avLst/>
          </a:prstGeom>
          <a:solidFill>
            <a:srgbClr val="171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93008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sabe lo que no le contaron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493008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acordó por teléfono, lo que no conviene decir, el cliente que ya viene enojado.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700016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5010912"/>
            <a:ext cx="384048" cy="384048"/>
          </a:xfrm>
          <a:prstGeom prst="ellipse">
            <a:avLst/>
          </a:prstGeom>
          <a:solidFill>
            <a:srgbClr val="171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700016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responde por sus errores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4700016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promete algo que no se puede cumplir, el que responde eres tú. La responsabilidad no se delega.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usada no reemplaza a nadie: le quita lo repetitivo y le deja lo que sí necesita criterio.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EXPLICARLO EN UN MINUTO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72768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 te quedas con cinco frases,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 sean estas.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3383280"/>
            <a:ext cx="237744" cy="237744"/>
          </a:xfrm>
          <a:prstGeom prst="ellipse">
            <a:avLst/>
          </a:prstGeom>
          <a:solidFill>
            <a:srgbClr val="8FA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329184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 la palabra que sigue. Todo lo demás sale de ahí.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4041648"/>
            <a:ext cx="237744" cy="237744"/>
          </a:xfrm>
          <a:prstGeom prst="ellipse">
            <a:avLst/>
          </a:prstGeom>
          <a:solidFill>
            <a:srgbClr val="8FA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95020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memoria: cada vez se le vuelve a contar todo.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700016"/>
            <a:ext cx="237744" cy="237744"/>
          </a:xfrm>
          <a:prstGeom prst="ellipse">
            <a:avLst/>
          </a:prstGeom>
          <a:solidFill>
            <a:srgbClr val="E862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4608576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sabe, no se calla — inventa algo que suena bien.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5358384"/>
            <a:ext cx="237744" cy="237744"/>
          </a:xfrm>
          <a:prstGeom prst="ellipse">
            <a:avLst/>
          </a:prstGeom>
          <a:solidFill>
            <a:srgbClr val="8FA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5266944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de tu negocio solo lo que le pongas enfrente.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6016752"/>
            <a:ext cx="237744" cy="237744"/>
          </a:xfrm>
          <a:prstGeom prst="ellipse">
            <a:avLst/>
          </a:prstGeom>
          <a:solidFill>
            <a:srgbClr val="8FA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592531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herramientas deja de solo hablar y empieza a hacer.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funciona la IA que contesta</dc:title>
  <dc:subject>PptxGenJS Presentation</dc:subject>
  <dc:creator>PptxGenJS</dc:creator>
  <cp:lastModifiedBy>PptxGenJS</cp:lastModifiedBy>
  <cp:revision>1</cp:revision>
  <dcterms:created xsi:type="dcterms:W3CDTF">2026-08-29T18:29:58Z</dcterms:created>
  <dcterms:modified xsi:type="dcterms:W3CDTF">2026-08-29T18:29:58Z</dcterms:modified>
</cp:coreProperties>
</file>