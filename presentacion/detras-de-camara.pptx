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habla de un negocio en particular: habla de la máquina.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SISTEMA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5146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Detrás de cámara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657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cerebro que responde, y el ciclo que lo hace mejorar solo.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461772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4617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 cerebros, no uno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9040" y="461772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49040" y="4617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Quién decide cuál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12280" y="461772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12280" y="4617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maestro y el alumno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RECORRIDO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Qué pasa entre el mensaje y la respuesta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361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cliente le parece instantáneo. Adentro son cinco pasos, siempre los mismos.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2084832" cy="3246120"/>
          </a:xfrm>
          <a:prstGeom prst="roundRect">
            <a:avLst>
              <a:gd name="adj" fmla="val 3509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4320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Espera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32004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los mensajes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seguidos antes 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41832" y="480060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" y="4800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90088" y="2148840"/>
            <a:ext cx="2084832" cy="3246120"/>
          </a:xfrm>
          <a:prstGeom prst="roundRect">
            <a:avLst>
              <a:gd name="adj" fmla="val 3509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91256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274320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Recuerda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32004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la plática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 que sabe del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246120" y="480060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4800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trozos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94376" y="2148840"/>
            <a:ext cx="2084832" cy="3246120"/>
          </a:xfrm>
          <a:prstGeom prst="roundRect">
            <a:avLst>
              <a:gd name="adj" fmla="val 3509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95544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94376" y="274320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Elige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58968" y="32004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con cuál de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cerebros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550408" y="480060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550408" y="4800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rápido | listo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98664" y="2148840"/>
            <a:ext cx="2084832" cy="3246120"/>
          </a:xfrm>
          <a:prstGeom prst="roundRect">
            <a:avLst>
              <a:gd name="adj" fmla="val 3509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99832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98664" y="274320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Responde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63256" y="32004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Escribe, y si hace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usa sus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854696" y="480060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54696" y="4800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902952" y="2148840"/>
            <a:ext cx="2084832" cy="3246120"/>
          </a:xfrm>
          <a:prstGeom prst="roundRect">
            <a:avLst>
              <a:gd name="adj" fmla="val 3509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0412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902952" y="274320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Anota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067544" y="320040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 costo,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falló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0158984" y="480060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58984" y="4800600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deja rastro. Por eso, cuando algo sale mal, se puede señalar exactamente dónde.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CEREBRO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cerebro no sabe nada de tu negocio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361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esa es la parte que más confunde a quien lo ve por fuera.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2A0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TRAE DE FÁBRICA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88036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idioma, tono y cómo conversar. Puede razonar sobre lo que le pongas enfrente.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de tus precios, tus plazas o tus reglas: nada. Nunca las ha visto.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92240" y="219456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2F3941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LE DAMOS EN CADA MENSAJE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88036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del negocio, escritas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pedazos de conocimiento que hacen falta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se dijo en esta conversación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que puede usar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cerebro es el motor. Lo que lo vuelve TU bot es todo lo que le llega alrededor.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LOS DOS NIVELES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Dos cerebros, no uno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361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barato que atiende casi todo, y uno caro que entra cuando el turno se pone difícil.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5166360" cy="3200400"/>
          </a:xfrm>
          <a:prstGeom prst="roundRect">
            <a:avLst>
              <a:gd name="adj" fmla="val 2286"/>
            </a:avLst>
          </a:prstGeom>
          <a:solidFill>
            <a:srgbClr val="252D3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RÁPIDO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8803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de todos los días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474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 el 90% de los mensajes: precios, ubicaciones, dudas normales. Cuesta centavos.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47548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754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defecto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240280"/>
            <a:ext cx="5166360" cy="3200400"/>
          </a:xfrm>
          <a:prstGeom prst="roundRect">
            <a:avLst>
              <a:gd name="adj" fmla="val 2286"/>
            </a:avLst>
          </a:prstGeom>
          <a:solidFill>
            <a:srgbClr val="252D35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8803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refuerzo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474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solo cuando el turno lo amerita. Cuesta varias veces más, y por eso no se usa siempre.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475488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4754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 cuando toca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dos es lo que hace que el costo por respuesta se quede en centavos sin que la calidad se caiga cuando importa.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SELECTOR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Quién decide cuál usar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361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 decide el cerebro. Lo decide una regla escrita, antes de pensar, en cada mensaje.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10789920" cy="640080"/>
          </a:xfrm>
          <a:prstGeom prst="roundRect">
            <a:avLst>
              <a:gd name="adj" fmla="val 11429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 toma pedidos o citas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71500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Esos flujos son de varios pasos y el barato los aplasta en un solo mensaje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515600" y="2322576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0" y="232257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944368"/>
            <a:ext cx="10789920" cy="640080"/>
          </a:xfrm>
          <a:prstGeom prst="roundRect">
            <a:avLst>
              <a:gd name="adj" fmla="val 11429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29443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usó herramientas más de 3 veces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29443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 que el turno se enredó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515600" y="3072384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0" y="307238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694176"/>
            <a:ext cx="10789920" cy="640080"/>
          </a:xfrm>
          <a:prstGeom prst="roundRect">
            <a:avLst>
              <a:gd name="adj" fmla="val 11429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369417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búsqueda en su conocimiento salió floja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369417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encontró buen material, necesita más cabeza para no inventar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15600" y="382219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0" y="382219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443984"/>
            <a:ext cx="10789920" cy="640080"/>
          </a:xfrm>
          <a:prstGeom prst="roundRect">
            <a:avLst>
              <a:gd name="adj" fmla="val 11429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4439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suena molesto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444398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de frustración: ahí no se puede quedar corto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515600" y="457200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15600" y="457200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193792"/>
            <a:ext cx="10789920" cy="640080"/>
          </a:xfrm>
          <a:prstGeom prst="roundRect">
            <a:avLst>
              <a:gd name="adj" fmla="val 11429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5840" y="51937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imagen que ya falló una vez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715000" y="51937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segundo intento va con el bueno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515600" y="5321808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515600" y="532180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LISTO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6080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ninguna se cumple, va el rápido. Es la respuesta por defecto, no la excepción.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PRESUPUESTO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guardia del gasto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361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 en bucle puede quemar una tarjeta en una noche. Por eso hay dos frenos, no uno.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166360" cy="2514600"/>
          </a:xfrm>
          <a:prstGeom prst="roundRect">
            <a:avLst>
              <a:gd name="adj" fmla="val 2909"/>
            </a:avLst>
          </a:prstGeom>
          <a:solidFill>
            <a:srgbClr val="252D35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 LLEGAR AL TOPE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26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Baja a barato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47472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contestando a todos, nada más que con el cerebro económico. El cliente no nota nada.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166360" cy="2514600"/>
          </a:xfrm>
          <a:prstGeom prst="roundRect">
            <a:avLst>
              <a:gd name="adj" fmla="val 2909"/>
            </a:avLst>
          </a:prstGeom>
          <a:solidFill>
            <a:srgbClr val="252D35"/>
          </a:solidFill>
          <a:ln w="12700">
            <a:solidFill>
              <a:srgbClr val="E06C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6C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 DOBLE DEL TOPE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926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 detiene y avisa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47472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 de gastar y le manda aviso al dueño. Es el freno de mano, para una fuga.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502920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2F3941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50292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cuenta del gasto falla, el turno NO se bloquea: la respuesta sale igual. Más vale contestar de más que dejar a alguien hablando solo.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MEMORIA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Las dos memorias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361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guarda la conversación. La otra guarda lo que el negocio sabe. No se mezclan.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5166360" cy="3291840"/>
          </a:xfrm>
          <a:prstGeom prst="roundRect">
            <a:avLst>
              <a:gd name="adj" fmla="val 2222"/>
            </a:avLst>
          </a:prstGeom>
          <a:solidFill>
            <a:srgbClr val="252D3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DE LA PLÁTICA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26080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mientras dure la conversación con esa persona. Recuerda lo que ya se dijo para no volver a preguntarlo.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51560" y="4526280"/>
            <a:ext cx="44348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45262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por cliente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5029200"/>
            <a:ext cx="44348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50292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despierta al llegar un mensaje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240280"/>
            <a:ext cx="5166360" cy="3291840"/>
          </a:xfrm>
          <a:prstGeom prst="roundRect">
            <a:avLst>
              <a:gd name="adj" fmla="val 2222"/>
            </a:avLst>
          </a:prstGeom>
          <a:solidFill>
            <a:srgbClr val="252D35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DEL NEGOCIO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926080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todo lo que sabe: precios, procesos, reglas. No se le manda entera — en cada mensaje se buscan solo los pedazos que hacen falta.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4526280"/>
            <a:ext cx="44348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45262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trozos por consulta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5029200"/>
            <a:ext cx="44348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50292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Buscados por significado, no por palabra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por significado es lo que permite que alguien pregunte "¿me dan chance de pagarlo en partes?" y encuentre el documento que dice "financiamiento".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 AHORRO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qué cuesta centavos y no dólares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361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mensaje se le manda al cerebro un texto largo con todas las reglas. Eso se cobra.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166360" cy="3017520"/>
          </a:xfrm>
          <a:prstGeom prst="roundRect">
            <a:avLst>
              <a:gd name="adj" fmla="val 2424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6C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CACHÉ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71800"/>
            <a:ext cx="4434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mensaje paga el texto completo otra vez. Las mismas reglas, cobradas una y otra vez, toda la conversación.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166360" cy="3017520"/>
          </a:xfrm>
          <a:prstGeom prst="roundRect">
            <a:avLst>
              <a:gd name="adj" fmla="val 2424"/>
            </a:avLst>
          </a:prstGeom>
          <a:solidFill>
            <a:srgbClr val="2F3941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CACHÉ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9718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de reglas se guarda del lado del proveedor. Del segundo mensaje en adelante se cobra a una fracción del precio.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75120" y="4572000"/>
            <a:ext cx="44348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45720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mayor parte de la entrada, mucho más barata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669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detalle técnico que más cambia la cuenta a fin de mes — y decide qué proveedor conviene, no la moda.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016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SEGUNDA PARTE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432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maestro y el alumno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8862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sistema aprende de sus propias fallas — sin que nadie le enseñe a mano.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LOS DOS PAPELES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Dos turnos distintos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361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cerebro barato hace los dos trabajos. Lo que cambia es cuándo y para qué.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5166360" cy="3200400"/>
          </a:xfrm>
          <a:prstGeom prst="roundRect">
            <a:avLst>
              <a:gd name="adj" fmla="val 2286"/>
            </a:avLst>
          </a:prstGeom>
          <a:solidFill>
            <a:srgbClr val="252D3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ALUMNO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8803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día, con clientes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42900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Contesta. No se detiene a analizarse: su trabajo es responder rápido y bien.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475488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754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cada mensaje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240280"/>
            <a:ext cx="5166360" cy="3200400"/>
          </a:xfrm>
          <a:prstGeom prst="roundRect">
            <a:avLst>
              <a:gd name="adj" fmla="val 2286"/>
            </a:avLst>
          </a:prstGeom>
          <a:solidFill>
            <a:srgbClr val="252D35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MAESTRO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8803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noche, a solas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42900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lo que pasó en el día, busca dónde falló el alumno, y escribe qué debería hacer distinto.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475488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4754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vez al día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maestro corre en el cerebro barato a propósito: revisar no necesita brillantez, necesita constancia.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LOS DOS DETECTORES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Qué busca el maestro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361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señales, y las dos son fallas del alumno. No busca aciertos.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5166360" cy="3429000"/>
          </a:xfrm>
          <a:prstGeom prst="roundRect">
            <a:avLst>
              <a:gd name="adj" fmla="val 2133"/>
            </a:avLst>
          </a:prstGeom>
          <a:solidFill>
            <a:srgbClr val="252D35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8803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Preguntas que no supo contestar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703320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alguien preguntó algo y el bot no encontró respuesta en lo que sabe, ahí hay un hueco.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51560" y="5029200"/>
            <a:ext cx="44348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50292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Escribe el documento que faltaba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240280"/>
            <a:ext cx="5166360" cy="3429000"/>
          </a:xfrm>
          <a:prstGeom prst="roundRect">
            <a:avLst>
              <a:gd name="adj" fmla="val 2133"/>
            </a:avLst>
          </a:prstGeom>
          <a:solidFill>
            <a:srgbClr val="252D35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8803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Momentos en que el dueño contestó a mano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703320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persona tuvo que meterse a responder, es porque el bot no supo. Ahí hay una regla que nadie le dijo.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75120" y="5029200"/>
            <a:ext cx="44348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50292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Escribe la regla que debió seguir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989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Fijarse solo en lo que falló es lo que hace que el ciclo sirva: los aciertos no enseñan nada nuevo.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 REGLA DE ORO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maestro propone. El dueño aprueba.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361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es la decisión más importante de todo el diseño, y es una decisión de confianza.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260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alumno falla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118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registrado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56432" y="233172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85032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85032" y="29260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maestro propone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36118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 la lección o el documento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27064" y="233172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52D35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55664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29260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dueño revisa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36118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lee en su panel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97696" y="2331720"/>
            <a:ext cx="2514600" cy="2103120"/>
          </a:xfrm>
          <a:prstGeom prst="roundRect">
            <a:avLst>
              <a:gd name="adj" fmla="val 3478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26296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29260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 clic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226296" y="361188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entra al sistema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4709160"/>
            <a:ext cx="10789920" cy="1371600"/>
          </a:xfrm>
          <a:prstGeom prst="roundRect">
            <a:avLst>
              <a:gd name="adj" fmla="val 5333"/>
            </a:avLst>
          </a:prstGeom>
          <a:solidFill>
            <a:srgbClr val="2F3941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47091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que se cambia a sí mismo sin permiso es un sistema en el que nadie puede confiar. Aquí nada entra al bot sin que una persona lo lea primero — y por eso se puede dormir tranquilo.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 APLICAR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Qué pasa cuando el dueño aprueba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361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caminos distintos, según lo que se aprendió.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5166360" cy="3291840"/>
          </a:xfrm>
          <a:prstGeom prst="roundRect">
            <a:avLst>
              <a:gd name="adj" fmla="val 2222"/>
            </a:avLst>
          </a:prstGeom>
          <a:solidFill>
            <a:srgbClr val="252D3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LECCIÓN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26080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 a la lista de reglas aprendidas, y desde el siguiente mensaje viaja dentro de las instrucciones del bot.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51560" y="4526280"/>
            <a:ext cx="44348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45262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 al prompt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5029200"/>
            <a:ext cx="44348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50292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lista tiene tope: lo viejo sale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240280"/>
            <a:ext cx="5166360" cy="3291840"/>
          </a:xfrm>
          <a:prstGeom prst="roundRect">
            <a:avLst>
              <a:gd name="adj" fmla="val 2222"/>
            </a:avLst>
          </a:prstGeom>
          <a:solidFill>
            <a:srgbClr val="252D35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DOCUMENTO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926080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 en la base de conocimiento y se indexa de inmediato, para que se pueda encontrar por significado.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75120" y="4526280"/>
            <a:ext cx="44348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45262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Buscable al instante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5029200"/>
            <a:ext cx="4434840" cy="384048"/>
          </a:xfrm>
          <a:prstGeom prst="roundRect">
            <a:avLst>
              <a:gd name="adj" fmla="val 50000"/>
            </a:avLst>
          </a:prstGeom>
          <a:solidFill>
            <a:srgbClr val="1A1F24"/>
          </a:solidFill>
          <a:ln w="15875">
            <a:solidFill>
              <a:srgbClr val="4FD1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50292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Cierra el hueco en el próximo mensaje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se cierra ahí: la misma pregunta que hoy no supo contestar, mañana ya tiene respuesta.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 DECISIÓN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0467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qué no se aplica solo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361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siempre sale, y tiene tres respuestas.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28600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 error se multiplica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532120" y="228600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maestro entiende mal una conversación y esa lección entra sola, el bot repite ese error con todos los clientes que sigan.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5204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Nadie se daría cuenta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532120" y="352044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 que cambia solo se ve igual por fuera. Cuando se note el problema, ya llevará semanas pasando.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75488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252D35"/>
          </a:solidFill>
          <a:ln w="12700">
            <a:solidFill>
              <a:srgbClr val="3A45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47548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dueño sabe cosas que el sistema no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532120" y="475488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dijo algo así, qué se prometió por fuera, qué no conviene decir. Eso no está en ningún registro.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080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toma diez segundos. Es el precio de que el sistema no se desvíe sin que nadie lo note.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0161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 UNA FRASE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002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 motor prestado,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afinado con lo que aquí pasa.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3557016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3474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cerebro es de fábrica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40680" y="34747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 nada del negocio hasta que se le cuenta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4270248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41879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Son dos, y una regla elige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41879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barato por defecto, el caro cuando el turno lo pide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983480"/>
            <a:ext cx="237744" cy="237744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9011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Dos frenos cuidan el gasto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490118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de nivel al tope, se detiene al doble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5696712"/>
            <a:ext cx="237744" cy="237744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56144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DF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 aprende de lo que falla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561441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2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nada entra sin que una persona lo apruebe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Detrás de cámara</dc:title>
  <dc:subject>PptxGenJS Presentation</dc:subject>
  <dc:creator>Sistema</dc:creator>
  <cp:lastModifiedBy>Sistema</cp:lastModifiedBy>
  <cp:revision>1</cp:revision>
  <dcterms:created xsi:type="dcterms:W3CDTF">2026-08-29T18:20:43Z</dcterms:created>
  <dcterms:modified xsi:type="dcterms:W3CDTF">2026-08-29T18:20:43Z</dcterms:modified>
</cp:coreProperties>
</file>